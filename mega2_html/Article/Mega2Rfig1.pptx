
<file path=[Content_Types].xml><?xml version="1.0" encoding="utf-8"?>
<Types xmlns="http://schemas.openxmlformats.org/package/2006/content-types">
  <Override PartName="/docProps/core.xml" ContentType="application/vnd.openxmlformats-package.core-properties+xml"/>
  <Default Extension="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.xml" ContentType="application/vnd.openxmlformats-officedocument.presentationml.slideLayout+xml"/>
  <Default Extension="xml" ContentType="application/xml"/>
  <Override PartName="/docProps/app.xml" ContentType="application/vnd.openxmlformats-officedocument.extended-properties+xml"/>
  <Override PartName="/ppt/slideMasters/slideMaster1.xml" ContentType="application/vnd.openxmlformats-officedocument.presentationml.slideMaster+xml"/>
  <Override PartName="/ppt/slideLayouts/slideLayout5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2.xml" ContentType="application/vnd.openxmlformats-officedocument.presentationml.slideLayout+xml"/>
  <Default Extension="bin" ContentType="application/vnd.openxmlformats-officedocument.presentationml.printerSettings"/>
  <Override PartName="/ppt/slides/slide1.xml" ContentType="application/vnd.openxmlformats-officedocument.presentationml.slide+xml"/>
  <Default Extension="jpeg" ContentType="image/jpeg"/>
  <Override PartName="/ppt/slideLayouts/slideLayout4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saveSubsetFonts="1" autoCompressPictures="0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normalViewPr>
    <p:restoredLeft sz="15620"/>
    <p:restoredTop sz="94660"/>
  </p:normalViewPr>
  <p:slideViewPr>
    <p:cSldViewPr snapToGrid="0" snapToObjects="1">
      <p:cViewPr varScale="1">
        <p:scale>
          <a:sx n="145" d="100"/>
          <a:sy n="145" d="100"/>
        </p:scale>
        <p:origin x="-120" y="-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interSettings" Target="printerSettings/printerSettings1.bin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4F870-186A-EB4F-9838-041FBD4EA0A4}" type="datetimeFigureOut">
              <a:rPr lang="en-US" smtClean="0"/>
              <a:t>12/11/18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8C94-63A3-0649-BCA7-0C615ED8C30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4F870-186A-EB4F-9838-041FBD4EA0A4}" type="datetimeFigureOut">
              <a:rPr lang="en-US" smtClean="0"/>
              <a:t>12/11/18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8C94-63A3-0649-BCA7-0C615ED8C30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4F870-186A-EB4F-9838-041FBD4EA0A4}" type="datetimeFigureOut">
              <a:rPr lang="en-US" smtClean="0"/>
              <a:t>12/11/18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8C94-63A3-0649-BCA7-0C615ED8C30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4F870-186A-EB4F-9838-041FBD4EA0A4}" type="datetimeFigureOut">
              <a:rPr lang="en-US" smtClean="0"/>
              <a:t>12/11/18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8C94-63A3-0649-BCA7-0C615ED8C30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4F870-186A-EB4F-9838-041FBD4EA0A4}" type="datetimeFigureOut">
              <a:rPr lang="en-US" smtClean="0"/>
              <a:t>12/11/18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8C94-63A3-0649-BCA7-0C615ED8C30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4F870-186A-EB4F-9838-041FBD4EA0A4}" type="datetimeFigureOut">
              <a:rPr lang="en-US" smtClean="0"/>
              <a:t>12/11/18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8C94-63A3-0649-BCA7-0C615ED8C30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4F870-186A-EB4F-9838-041FBD4EA0A4}" type="datetimeFigureOut">
              <a:rPr lang="en-US" smtClean="0"/>
              <a:t>12/11/18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8C94-63A3-0649-BCA7-0C615ED8C30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4F870-186A-EB4F-9838-041FBD4EA0A4}" type="datetimeFigureOut">
              <a:rPr lang="en-US" smtClean="0"/>
              <a:t>12/11/18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8C94-63A3-0649-BCA7-0C615ED8C30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4F870-186A-EB4F-9838-041FBD4EA0A4}" type="datetimeFigureOut">
              <a:rPr lang="en-US" smtClean="0"/>
              <a:t>12/11/18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8C94-63A3-0649-BCA7-0C615ED8C30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4F870-186A-EB4F-9838-041FBD4EA0A4}" type="datetimeFigureOut">
              <a:rPr lang="en-US" smtClean="0"/>
              <a:t>12/11/18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8C94-63A3-0649-BCA7-0C615ED8C30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E4F870-186A-EB4F-9838-041FBD4EA0A4}" type="datetimeFigureOut">
              <a:rPr lang="en-US" smtClean="0"/>
              <a:t>12/11/18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8C94-63A3-0649-BCA7-0C615ED8C30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E4F870-186A-EB4F-9838-041FBD4EA0A4}" type="datetimeFigureOut">
              <a:rPr lang="en-US" smtClean="0"/>
              <a:t>12/11/18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E08C94-63A3-0649-BCA7-0C615ED8C300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mc:Ignorable="mv" mc:PreserveAttributes="mv:*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1445172" y="245417"/>
            <a:ext cx="1000234" cy="822960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sz="1200" dirty="0" smtClean="0"/>
              <a:t>Plink</a:t>
            </a:r>
          </a:p>
          <a:p>
            <a:pPr algn="ctr"/>
            <a:r>
              <a:rPr lang="en-US" sz="1200" dirty="0" smtClean="0"/>
              <a:t> Data</a:t>
            </a:r>
            <a:endParaRPr lang="en-US" sz="1200" dirty="0"/>
          </a:p>
        </p:txBody>
      </p:sp>
      <p:sp>
        <p:nvSpPr>
          <p:cNvPr id="6" name="Rounded Rectangle 5"/>
          <p:cNvSpPr/>
          <p:nvPr/>
        </p:nvSpPr>
        <p:spPr>
          <a:xfrm>
            <a:off x="3004380" y="271692"/>
            <a:ext cx="1033343" cy="822960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sz="1200" dirty="0" smtClean="0"/>
              <a:t>Mega2</a:t>
            </a:r>
            <a:endParaRPr lang="en-US" sz="1200" dirty="0"/>
          </a:p>
        </p:txBody>
      </p:sp>
      <p:sp>
        <p:nvSpPr>
          <p:cNvPr id="8" name="Rounded Rectangle 7"/>
          <p:cNvSpPr/>
          <p:nvPr/>
        </p:nvSpPr>
        <p:spPr>
          <a:xfrm>
            <a:off x="3004381" y="1646796"/>
            <a:ext cx="1033342" cy="822960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sz="1200" dirty="0" smtClean="0"/>
              <a:t>Mega2R</a:t>
            </a:r>
            <a:endParaRPr lang="en-US" sz="1200" dirty="0"/>
          </a:p>
        </p:txBody>
      </p:sp>
      <p:sp>
        <p:nvSpPr>
          <p:cNvPr id="10" name="Rounded Rectangle 9"/>
          <p:cNvSpPr/>
          <p:nvPr/>
        </p:nvSpPr>
        <p:spPr>
          <a:xfrm>
            <a:off x="3004381" y="2763430"/>
            <a:ext cx="1033342" cy="779343"/>
          </a:xfrm>
          <a:prstGeom prst="roundRect">
            <a:avLst/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sz="1200" dirty="0" err="1" smtClean="0"/>
              <a:t>Dataframes</a:t>
            </a:r>
            <a:endParaRPr lang="en-US" sz="1200" dirty="0" smtClean="0"/>
          </a:p>
        </p:txBody>
      </p:sp>
      <p:sp>
        <p:nvSpPr>
          <p:cNvPr id="26" name="Magnetic Disk 25"/>
          <p:cNvSpPr/>
          <p:nvPr/>
        </p:nvSpPr>
        <p:spPr>
          <a:xfrm>
            <a:off x="1445172" y="1646796"/>
            <a:ext cx="1000234" cy="822960"/>
          </a:xfrm>
          <a:prstGeom prst="flowChartMagneticDisk">
            <a:avLst/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r>
              <a:rPr lang="en-US" sz="1200" dirty="0" smtClean="0"/>
              <a:t>SQLite3 Database</a:t>
            </a:r>
            <a:endParaRPr lang="en-US" sz="1200" dirty="0"/>
          </a:p>
        </p:txBody>
      </p:sp>
      <p:sp>
        <p:nvSpPr>
          <p:cNvPr id="29" name="TextBox 28"/>
          <p:cNvSpPr txBox="1"/>
          <p:nvPr/>
        </p:nvSpPr>
        <p:spPr>
          <a:xfrm>
            <a:off x="1488089" y="3861082"/>
            <a:ext cx="3434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Example conversion of data to R.</a:t>
            </a:r>
            <a:endParaRPr lang="en-US" dirty="0"/>
          </a:p>
        </p:txBody>
      </p:sp>
      <p:sp>
        <p:nvSpPr>
          <p:cNvPr id="30" name="TextBox 29"/>
          <p:cNvSpPr txBox="1"/>
          <p:nvPr/>
        </p:nvSpPr>
        <p:spPr>
          <a:xfrm>
            <a:off x="1445172" y="4276580"/>
            <a:ext cx="64384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Convert data formats via a Mega2 created database into R data frames.  These data can be easily used in other R packages.</a:t>
            </a:r>
            <a:endParaRPr lang="en-US" dirty="0"/>
          </a:p>
        </p:txBody>
      </p:sp>
      <p:cxnSp>
        <p:nvCxnSpPr>
          <p:cNvPr id="32" name="Straight Arrow Connector 31"/>
          <p:cNvCxnSpPr>
            <a:stCxn id="4" idx="3"/>
          </p:cNvCxnSpPr>
          <p:nvPr/>
        </p:nvCxnSpPr>
        <p:spPr>
          <a:xfrm flipV="1">
            <a:off x="2445406" y="639379"/>
            <a:ext cx="558974" cy="1751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hape 36"/>
          <p:cNvCxnSpPr>
            <a:stCxn id="6" idx="2"/>
            <a:endCxn id="26" idx="1"/>
          </p:cNvCxnSpPr>
          <p:nvPr/>
        </p:nvCxnSpPr>
        <p:spPr>
          <a:xfrm rot="5400000">
            <a:off x="2457099" y="582843"/>
            <a:ext cx="552144" cy="1575763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26" idx="4"/>
            <a:endCxn id="8" idx="1"/>
          </p:cNvCxnSpPr>
          <p:nvPr/>
        </p:nvCxnSpPr>
        <p:spPr>
          <a:xfrm>
            <a:off x="2445406" y="2058276"/>
            <a:ext cx="558975" cy="15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8" idx="2"/>
            <a:endCxn id="10" idx="0"/>
          </p:cNvCxnSpPr>
          <p:nvPr/>
        </p:nvCxnSpPr>
        <p:spPr>
          <a:xfrm rot="5400000">
            <a:off x="3374215" y="2616593"/>
            <a:ext cx="293674" cy="15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39</Words>
  <Application>Microsoft Macintosh PowerPoint</Application>
  <PresentationFormat>On-screen Show (4:3)</PresentationFormat>
  <Paragraphs>8</Paragraphs>
  <Slides>1</Slides>
  <Notes>0</Notes>
  <HiddenSlides>0</HiddenSlides>
  <MMClips>0</MMClips>
  <ScaleCrop>false</ScaleCrop>
  <HeadingPairs>
    <vt:vector size="4" baseType="variant">
      <vt:variant>
        <vt:lpstr>Design Template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Slide 1</vt:lpstr>
    </vt:vector>
  </TitlesOfParts>
  <Company>University of Pittsburgh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Robert V. Baron</dc:creator>
  <cp:lastModifiedBy>Robert V. Baron</cp:lastModifiedBy>
  <cp:revision>3</cp:revision>
  <dcterms:created xsi:type="dcterms:W3CDTF">2018-12-11T18:29:14Z</dcterms:created>
  <dcterms:modified xsi:type="dcterms:W3CDTF">2018-12-11T19:53:59Z</dcterms:modified>
</cp:coreProperties>
</file>