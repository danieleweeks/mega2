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657600" cy="3657600"/>
  <p:notesSz cx="6858000" cy="9144000"/>
  <p:defaultTextStyle>
    <a:defPPr>
      <a:defRPr lang="en-US"/>
    </a:defPPr>
    <a:lvl1pPr marL="0" algn="l" defTabSz="261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1227" algn="l" defTabSz="261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2454" algn="l" defTabSz="261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3680" algn="l" defTabSz="261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44909" algn="l" defTabSz="261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06135" algn="l" defTabSz="261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67362" algn="l" defTabSz="261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28589" algn="l" defTabSz="261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089818" algn="l" defTabSz="261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04" d="100"/>
          <a:sy n="304" d="100"/>
        </p:scale>
        <p:origin x="-1376" y="-96"/>
      </p:cViewPr>
      <p:guideLst>
        <p:guide orient="horz" pos="1152"/>
        <p:guide pos="115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1136229"/>
            <a:ext cx="3108960" cy="78401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072640"/>
            <a:ext cx="2560320" cy="9347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1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44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06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673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28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89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t>1/16/19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t>1/16/19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927" y="2350345"/>
            <a:ext cx="3108960" cy="726440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927" y="1550251"/>
            <a:ext cx="3108960" cy="800100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1227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7836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44909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0613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67362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28589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08981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t>1/16/19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2880" y="853443"/>
            <a:ext cx="1615440" cy="2413847"/>
          </a:xfrm>
        </p:spPr>
        <p:txBody>
          <a:bodyPr/>
          <a:lstStyle>
            <a:lvl1pPr>
              <a:defRPr sz="17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9280" y="853443"/>
            <a:ext cx="1615440" cy="2413847"/>
          </a:xfrm>
        </p:spPr>
        <p:txBody>
          <a:bodyPr/>
          <a:lstStyle>
            <a:lvl1pPr>
              <a:defRPr sz="17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t>1/16/19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1" y="818727"/>
            <a:ext cx="1616075" cy="341207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61227" indent="0">
              <a:buNone/>
              <a:defRPr sz="1200" b="1"/>
            </a:lvl2pPr>
            <a:lvl3pPr marL="522454" indent="0">
              <a:buNone/>
              <a:defRPr sz="1100" b="1"/>
            </a:lvl3pPr>
            <a:lvl4pPr marL="783680" indent="0">
              <a:buNone/>
              <a:defRPr sz="800" b="1"/>
            </a:lvl4pPr>
            <a:lvl5pPr marL="1044909" indent="0">
              <a:buNone/>
              <a:defRPr sz="800" b="1"/>
            </a:lvl5pPr>
            <a:lvl6pPr marL="1306135" indent="0">
              <a:buNone/>
              <a:defRPr sz="800" b="1"/>
            </a:lvl6pPr>
            <a:lvl7pPr marL="1567362" indent="0">
              <a:buNone/>
              <a:defRPr sz="800" b="1"/>
            </a:lvl7pPr>
            <a:lvl8pPr marL="1828589" indent="0">
              <a:buNone/>
              <a:defRPr sz="800" b="1"/>
            </a:lvl8pPr>
            <a:lvl9pPr marL="2089818" indent="0">
              <a:buNone/>
              <a:defRPr sz="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881" y="1159933"/>
            <a:ext cx="1616075" cy="2107355"/>
          </a:xfrm>
        </p:spPr>
        <p:txBody>
          <a:bodyPr/>
          <a:lstStyle>
            <a:lvl1pPr>
              <a:defRPr sz="1300"/>
            </a:lvl1pPr>
            <a:lvl2pPr>
              <a:defRPr sz="1200"/>
            </a:lvl2pPr>
            <a:lvl3pPr>
              <a:defRPr sz="11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8011" y="818727"/>
            <a:ext cx="1616711" cy="341207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61227" indent="0">
              <a:buNone/>
              <a:defRPr sz="1200" b="1"/>
            </a:lvl2pPr>
            <a:lvl3pPr marL="522454" indent="0">
              <a:buNone/>
              <a:defRPr sz="1100" b="1"/>
            </a:lvl3pPr>
            <a:lvl4pPr marL="783680" indent="0">
              <a:buNone/>
              <a:defRPr sz="800" b="1"/>
            </a:lvl4pPr>
            <a:lvl5pPr marL="1044909" indent="0">
              <a:buNone/>
              <a:defRPr sz="800" b="1"/>
            </a:lvl5pPr>
            <a:lvl6pPr marL="1306135" indent="0">
              <a:buNone/>
              <a:defRPr sz="800" b="1"/>
            </a:lvl6pPr>
            <a:lvl7pPr marL="1567362" indent="0">
              <a:buNone/>
              <a:defRPr sz="800" b="1"/>
            </a:lvl7pPr>
            <a:lvl8pPr marL="1828589" indent="0">
              <a:buNone/>
              <a:defRPr sz="800" b="1"/>
            </a:lvl8pPr>
            <a:lvl9pPr marL="2089818" indent="0">
              <a:buNone/>
              <a:defRPr sz="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8011" y="1159933"/>
            <a:ext cx="1616711" cy="2107355"/>
          </a:xfrm>
        </p:spPr>
        <p:txBody>
          <a:bodyPr/>
          <a:lstStyle>
            <a:lvl1pPr>
              <a:defRPr sz="1300"/>
            </a:lvl1pPr>
            <a:lvl2pPr>
              <a:defRPr sz="1200"/>
            </a:lvl2pPr>
            <a:lvl3pPr>
              <a:defRPr sz="11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t>1/16/19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t>1/16/19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t>1/16/19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2" y="145627"/>
            <a:ext cx="1203327" cy="619760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0023" y="145631"/>
            <a:ext cx="2044700" cy="31216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2" y="765391"/>
            <a:ext cx="1203327" cy="2501900"/>
          </a:xfrm>
        </p:spPr>
        <p:txBody>
          <a:bodyPr/>
          <a:lstStyle>
            <a:lvl1pPr marL="0" indent="0">
              <a:buNone/>
              <a:defRPr sz="800"/>
            </a:lvl1pPr>
            <a:lvl2pPr marL="261227" indent="0">
              <a:buNone/>
              <a:defRPr sz="700"/>
            </a:lvl2pPr>
            <a:lvl3pPr marL="522454" indent="0">
              <a:buNone/>
              <a:defRPr sz="700"/>
            </a:lvl3pPr>
            <a:lvl4pPr marL="783680" indent="0">
              <a:buNone/>
              <a:defRPr sz="500"/>
            </a:lvl4pPr>
            <a:lvl5pPr marL="1044909" indent="0">
              <a:buNone/>
              <a:defRPr sz="500"/>
            </a:lvl5pPr>
            <a:lvl6pPr marL="1306135" indent="0">
              <a:buNone/>
              <a:defRPr sz="500"/>
            </a:lvl6pPr>
            <a:lvl7pPr marL="1567362" indent="0">
              <a:buNone/>
              <a:defRPr sz="500"/>
            </a:lvl7pPr>
            <a:lvl8pPr marL="1828589" indent="0">
              <a:buNone/>
              <a:defRPr sz="500"/>
            </a:lvl8pPr>
            <a:lvl9pPr marL="208981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t>1/16/19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915" y="2560323"/>
            <a:ext cx="2194560" cy="302260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6915" y="326815"/>
            <a:ext cx="2194560" cy="2194560"/>
          </a:xfrm>
        </p:spPr>
        <p:txBody>
          <a:bodyPr/>
          <a:lstStyle>
            <a:lvl1pPr marL="0" indent="0">
              <a:buNone/>
              <a:defRPr sz="1900"/>
            </a:lvl1pPr>
            <a:lvl2pPr marL="261227" indent="0">
              <a:buNone/>
              <a:defRPr sz="1700"/>
            </a:lvl2pPr>
            <a:lvl3pPr marL="522454" indent="0">
              <a:buNone/>
              <a:defRPr sz="1300"/>
            </a:lvl3pPr>
            <a:lvl4pPr marL="783680" indent="0">
              <a:buNone/>
              <a:defRPr sz="1200"/>
            </a:lvl4pPr>
            <a:lvl5pPr marL="1044909" indent="0">
              <a:buNone/>
              <a:defRPr sz="1200"/>
            </a:lvl5pPr>
            <a:lvl6pPr marL="1306135" indent="0">
              <a:buNone/>
              <a:defRPr sz="1200"/>
            </a:lvl6pPr>
            <a:lvl7pPr marL="1567362" indent="0">
              <a:buNone/>
              <a:defRPr sz="1200"/>
            </a:lvl7pPr>
            <a:lvl8pPr marL="1828589" indent="0">
              <a:buNone/>
              <a:defRPr sz="1200"/>
            </a:lvl8pPr>
            <a:lvl9pPr marL="2089818" indent="0">
              <a:buNone/>
              <a:defRPr sz="12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915" y="2862583"/>
            <a:ext cx="2194560" cy="429260"/>
          </a:xfrm>
        </p:spPr>
        <p:txBody>
          <a:bodyPr/>
          <a:lstStyle>
            <a:lvl1pPr marL="0" indent="0">
              <a:buNone/>
              <a:defRPr sz="800"/>
            </a:lvl1pPr>
            <a:lvl2pPr marL="261227" indent="0">
              <a:buNone/>
              <a:defRPr sz="700"/>
            </a:lvl2pPr>
            <a:lvl3pPr marL="522454" indent="0">
              <a:buNone/>
              <a:defRPr sz="700"/>
            </a:lvl3pPr>
            <a:lvl4pPr marL="783680" indent="0">
              <a:buNone/>
              <a:defRPr sz="500"/>
            </a:lvl4pPr>
            <a:lvl5pPr marL="1044909" indent="0">
              <a:buNone/>
              <a:defRPr sz="500"/>
            </a:lvl5pPr>
            <a:lvl6pPr marL="1306135" indent="0">
              <a:buNone/>
              <a:defRPr sz="500"/>
            </a:lvl6pPr>
            <a:lvl7pPr marL="1567362" indent="0">
              <a:buNone/>
              <a:defRPr sz="500"/>
            </a:lvl7pPr>
            <a:lvl8pPr marL="1828589" indent="0">
              <a:buNone/>
              <a:defRPr sz="500"/>
            </a:lvl8pPr>
            <a:lvl9pPr marL="208981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t>1/16/19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t>1/16/19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51760" y="146475"/>
            <a:ext cx="822960" cy="312081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2880" y="146475"/>
            <a:ext cx="2407920" cy="312081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t>1/16/19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" y="146475"/>
            <a:ext cx="3291840" cy="609600"/>
          </a:xfrm>
          <a:prstGeom prst="rect">
            <a:avLst/>
          </a:prstGeom>
        </p:spPr>
        <p:txBody>
          <a:bodyPr vert="horz" lIns="52245" tIns="26122" rIns="52245" bIns="26122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" y="853443"/>
            <a:ext cx="3291840" cy="2413847"/>
          </a:xfrm>
          <a:prstGeom prst="rect">
            <a:avLst/>
          </a:prstGeom>
        </p:spPr>
        <p:txBody>
          <a:bodyPr vert="horz" lIns="52245" tIns="26122" rIns="52245" bIns="26122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2880" y="3390055"/>
            <a:ext cx="853440" cy="194735"/>
          </a:xfrm>
          <a:prstGeom prst="rect">
            <a:avLst/>
          </a:prstGeom>
        </p:spPr>
        <p:txBody>
          <a:bodyPr vert="horz" lIns="52245" tIns="26122" rIns="52245" bIns="26122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4F870-186A-EB4F-9838-041FBD4EA0A4}" type="datetimeFigureOut">
              <a:rPr lang="en-US" smtClean="0"/>
              <a:t>1/16/19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49680" y="3390055"/>
            <a:ext cx="1158240" cy="194735"/>
          </a:xfrm>
          <a:prstGeom prst="rect">
            <a:avLst/>
          </a:prstGeom>
        </p:spPr>
        <p:txBody>
          <a:bodyPr vert="horz" lIns="52245" tIns="26122" rIns="52245" bIns="26122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21280" y="3390055"/>
            <a:ext cx="853440" cy="194735"/>
          </a:xfrm>
          <a:prstGeom prst="rect">
            <a:avLst/>
          </a:prstGeom>
        </p:spPr>
        <p:txBody>
          <a:bodyPr vert="horz" lIns="52245" tIns="26122" rIns="52245" bIns="26122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08C94-63A3-0649-BCA7-0C615ED8C30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61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920" indent="-195920" algn="l" defTabSz="261227" rtl="0" eaLnBrk="1" latinLnBrk="0" hangingPunct="1">
        <a:spcBef>
          <a:spcPct val="20000"/>
        </a:spcBef>
        <a:buFont typeface="Arial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24495" indent="-163268" algn="l" defTabSz="261227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653068" indent="-130613" algn="l" defTabSz="261227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14294" indent="-130613" algn="l" defTabSz="261227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75521" indent="-130613" algn="l" defTabSz="261227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36748" indent="-130613" algn="l" defTabSz="261227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697976" indent="-130613" algn="l" defTabSz="261227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59204" indent="-130613" algn="l" defTabSz="261227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20431" indent="-130613" algn="l" defTabSz="261227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1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1227" algn="l" defTabSz="261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2454" algn="l" defTabSz="261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3680" algn="l" defTabSz="261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44909" algn="l" defTabSz="261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06135" algn="l" defTabSz="261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67362" algn="l" defTabSz="261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589" algn="l" defTabSz="261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089818" algn="l" defTabSz="261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743637" y="327671"/>
            <a:ext cx="826696" cy="762804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245" tIns="26122" rIns="52245" bIns="26122" anchor="ctr"/>
          <a:lstStyle/>
          <a:p>
            <a:pPr algn="ctr"/>
            <a:r>
              <a:rPr lang="en-US" sz="1200" dirty="0"/>
              <a:t>PLINK</a:t>
            </a:r>
          </a:p>
          <a:p>
            <a:pPr algn="ctr"/>
            <a:r>
              <a:rPr lang="en-US" sz="1200" dirty="0"/>
              <a:t> Data</a:t>
            </a:r>
            <a:endParaRPr lang="en-US" sz="1200" dirty="0"/>
          </a:p>
        </p:txBody>
      </p:sp>
      <p:sp>
        <p:nvSpPr>
          <p:cNvPr id="6" name="Rounded Rectangle 5"/>
          <p:cNvSpPr/>
          <p:nvPr/>
        </p:nvSpPr>
        <p:spPr>
          <a:xfrm>
            <a:off x="1929942" y="330041"/>
            <a:ext cx="854062" cy="762804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245" tIns="26122" rIns="52245" bIns="26122" anchor="ctr"/>
          <a:lstStyle/>
          <a:p>
            <a:pPr algn="ctr"/>
            <a:r>
              <a:rPr lang="en-US" sz="1200" dirty="0"/>
              <a:t>Mega2</a:t>
            </a:r>
            <a:endParaRPr lang="en-US" sz="1200" dirty="0"/>
          </a:p>
        </p:txBody>
      </p:sp>
      <p:sp>
        <p:nvSpPr>
          <p:cNvPr id="8" name="Rounded Rectangle 7"/>
          <p:cNvSpPr/>
          <p:nvPr/>
        </p:nvSpPr>
        <p:spPr>
          <a:xfrm>
            <a:off x="1929944" y="1514653"/>
            <a:ext cx="854062" cy="762804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245" tIns="26122" rIns="52245" bIns="26122" anchor="ctr"/>
          <a:lstStyle/>
          <a:p>
            <a:pPr algn="ctr"/>
            <a:r>
              <a:rPr lang="en-US" sz="1200" dirty="0"/>
              <a:t>Mega2R</a:t>
            </a:r>
            <a:endParaRPr lang="en-US" sz="1200" dirty="0"/>
          </a:p>
        </p:txBody>
      </p:sp>
      <p:sp>
        <p:nvSpPr>
          <p:cNvPr id="10" name="Rounded Rectangle 9"/>
          <p:cNvSpPr/>
          <p:nvPr/>
        </p:nvSpPr>
        <p:spPr>
          <a:xfrm>
            <a:off x="1857587" y="2582352"/>
            <a:ext cx="995840" cy="72237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245" tIns="26122" rIns="52245" bIns="26122" anchor="ctr"/>
          <a:lstStyle/>
          <a:p>
            <a:pPr algn="ctr"/>
            <a:r>
              <a:rPr lang="en-US" sz="1200" dirty="0" err="1"/>
              <a:t>Dataframes</a:t>
            </a:r>
            <a:endParaRPr lang="en-US" sz="1200" dirty="0"/>
          </a:p>
        </p:txBody>
      </p:sp>
      <p:sp>
        <p:nvSpPr>
          <p:cNvPr id="26" name="Magnetic Disk 25"/>
          <p:cNvSpPr/>
          <p:nvPr/>
        </p:nvSpPr>
        <p:spPr>
          <a:xfrm>
            <a:off x="743640" y="1516465"/>
            <a:ext cx="826696" cy="762804"/>
          </a:xfrm>
          <a:prstGeom prst="flowChartMagneticDisk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2245" tIns="26122" rIns="52245" bIns="26122" anchor="ctr"/>
          <a:lstStyle/>
          <a:p>
            <a:pPr algn="ctr"/>
            <a:r>
              <a:rPr lang="en-US" sz="1200" smtClean="0"/>
              <a:t>SQLite </a:t>
            </a:r>
            <a:r>
              <a:rPr lang="en-US" sz="1200" dirty="0"/>
              <a:t>Database</a:t>
            </a:r>
            <a:endParaRPr lang="en-US" sz="1200" dirty="0"/>
          </a:p>
        </p:txBody>
      </p:sp>
      <p:cxnSp>
        <p:nvCxnSpPr>
          <p:cNvPr id="32" name="Straight Arrow Connector 31"/>
          <p:cNvCxnSpPr>
            <a:stCxn id="4" idx="3"/>
            <a:endCxn id="6" idx="1"/>
          </p:cNvCxnSpPr>
          <p:nvPr/>
        </p:nvCxnSpPr>
        <p:spPr>
          <a:xfrm>
            <a:off x="1570333" y="709073"/>
            <a:ext cx="359609" cy="23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hape 36"/>
          <p:cNvCxnSpPr>
            <a:stCxn id="6" idx="2"/>
            <a:endCxn id="26" idx="1"/>
          </p:cNvCxnSpPr>
          <p:nvPr/>
        </p:nvCxnSpPr>
        <p:spPr>
          <a:xfrm rot="5400000">
            <a:off x="1545171" y="704663"/>
            <a:ext cx="423620" cy="119998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6" idx="4"/>
            <a:endCxn id="8" idx="1"/>
          </p:cNvCxnSpPr>
          <p:nvPr/>
        </p:nvCxnSpPr>
        <p:spPr>
          <a:xfrm flipV="1">
            <a:off x="1570336" y="1896055"/>
            <a:ext cx="359608" cy="18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8" idx="2"/>
            <a:endCxn id="10" idx="0"/>
          </p:cNvCxnSpPr>
          <p:nvPr/>
        </p:nvCxnSpPr>
        <p:spPr>
          <a:xfrm flipH="1">
            <a:off x="2355507" y="2277457"/>
            <a:ext cx="1468" cy="3048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8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University of Pittsburgh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Robert V. Baron</dc:creator>
  <cp:lastModifiedBy>Daniel Weeks</cp:lastModifiedBy>
  <cp:revision>7</cp:revision>
  <cp:lastPrinted>2019-01-16T18:51:25Z</cp:lastPrinted>
  <dcterms:created xsi:type="dcterms:W3CDTF">2018-12-11T18:29:14Z</dcterms:created>
  <dcterms:modified xsi:type="dcterms:W3CDTF">2019-01-16T18:56:07Z</dcterms:modified>
</cp:coreProperties>
</file>