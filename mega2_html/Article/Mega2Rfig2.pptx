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657600" cy="3657600"/>
  <p:notesSz cx="6858000" cy="9144000"/>
  <p:defaultTextStyle>
    <a:defPPr>
      <a:defRPr lang="en-US"/>
    </a:defPPr>
    <a:lvl1pPr marL="0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208986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417972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626958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835944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044931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253917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1462903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1671889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04" d="100"/>
          <a:sy n="304" d="100"/>
        </p:scale>
        <p:origin x="-1376" y="-96"/>
      </p:cViewPr>
      <p:guideLst>
        <p:guide orient="horz" pos="1152"/>
        <p:guide pos="115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1136227"/>
            <a:ext cx="3108960" cy="7840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072640"/>
            <a:ext cx="2560320" cy="9347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9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4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3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2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18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925" y="2350347"/>
            <a:ext cx="3108960" cy="726440"/>
          </a:xfrm>
        </p:spPr>
        <p:txBody>
          <a:bodyPr anchor="t"/>
          <a:lstStyle>
            <a:lvl1pPr algn="l">
              <a:defRPr sz="1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925" y="1550247"/>
            <a:ext cx="3108960" cy="800100"/>
          </a:xfrm>
        </p:spPr>
        <p:txBody>
          <a:bodyPr anchor="b"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208986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417972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3pPr>
            <a:lvl4pPr marL="62695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835944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1044931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253917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462903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671889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880" y="853440"/>
            <a:ext cx="1615440" cy="2413847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9280" y="853440"/>
            <a:ext cx="1615440" cy="2413847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" y="818727"/>
            <a:ext cx="1616075" cy="341206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208986" indent="0">
              <a:buNone/>
              <a:defRPr sz="900" b="1"/>
            </a:lvl2pPr>
            <a:lvl3pPr marL="417972" indent="0">
              <a:buNone/>
              <a:defRPr sz="800" b="1"/>
            </a:lvl3pPr>
            <a:lvl4pPr marL="626958" indent="0">
              <a:buNone/>
              <a:defRPr sz="700" b="1"/>
            </a:lvl4pPr>
            <a:lvl5pPr marL="835944" indent="0">
              <a:buNone/>
              <a:defRPr sz="700" b="1"/>
            </a:lvl5pPr>
            <a:lvl6pPr marL="1044931" indent="0">
              <a:buNone/>
              <a:defRPr sz="700" b="1"/>
            </a:lvl6pPr>
            <a:lvl7pPr marL="1253917" indent="0">
              <a:buNone/>
              <a:defRPr sz="700" b="1"/>
            </a:lvl7pPr>
            <a:lvl8pPr marL="1462903" indent="0">
              <a:buNone/>
              <a:defRPr sz="700" b="1"/>
            </a:lvl8pPr>
            <a:lvl9pPr marL="1671889" indent="0">
              <a:buNone/>
              <a:defRPr sz="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880" y="1159933"/>
            <a:ext cx="1616075" cy="2107354"/>
          </a:xfrm>
        </p:spPr>
        <p:txBody>
          <a:bodyPr/>
          <a:lstStyle>
            <a:lvl1pPr>
              <a:defRPr sz="1100"/>
            </a:lvl1pPr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8010" y="818727"/>
            <a:ext cx="1616710" cy="341206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208986" indent="0">
              <a:buNone/>
              <a:defRPr sz="900" b="1"/>
            </a:lvl2pPr>
            <a:lvl3pPr marL="417972" indent="0">
              <a:buNone/>
              <a:defRPr sz="800" b="1"/>
            </a:lvl3pPr>
            <a:lvl4pPr marL="626958" indent="0">
              <a:buNone/>
              <a:defRPr sz="700" b="1"/>
            </a:lvl4pPr>
            <a:lvl5pPr marL="835944" indent="0">
              <a:buNone/>
              <a:defRPr sz="700" b="1"/>
            </a:lvl5pPr>
            <a:lvl6pPr marL="1044931" indent="0">
              <a:buNone/>
              <a:defRPr sz="700" b="1"/>
            </a:lvl6pPr>
            <a:lvl7pPr marL="1253917" indent="0">
              <a:buNone/>
              <a:defRPr sz="700" b="1"/>
            </a:lvl7pPr>
            <a:lvl8pPr marL="1462903" indent="0">
              <a:buNone/>
              <a:defRPr sz="700" b="1"/>
            </a:lvl8pPr>
            <a:lvl9pPr marL="1671889" indent="0">
              <a:buNone/>
              <a:defRPr sz="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8010" y="1159933"/>
            <a:ext cx="1616710" cy="2107354"/>
          </a:xfrm>
        </p:spPr>
        <p:txBody>
          <a:bodyPr/>
          <a:lstStyle>
            <a:lvl1pPr>
              <a:defRPr sz="1100"/>
            </a:lvl1pPr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45627"/>
            <a:ext cx="1203325" cy="619760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0020" y="145627"/>
            <a:ext cx="2044700" cy="3121660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" y="765387"/>
            <a:ext cx="1203325" cy="2501900"/>
          </a:xfrm>
        </p:spPr>
        <p:txBody>
          <a:bodyPr/>
          <a:lstStyle>
            <a:lvl1pPr marL="0" indent="0">
              <a:buNone/>
              <a:defRPr sz="600"/>
            </a:lvl1pPr>
            <a:lvl2pPr marL="208986" indent="0">
              <a:buNone/>
              <a:defRPr sz="500"/>
            </a:lvl2pPr>
            <a:lvl3pPr marL="417972" indent="0">
              <a:buNone/>
              <a:defRPr sz="500"/>
            </a:lvl3pPr>
            <a:lvl4pPr marL="626958" indent="0">
              <a:buNone/>
              <a:defRPr sz="400"/>
            </a:lvl4pPr>
            <a:lvl5pPr marL="835944" indent="0">
              <a:buNone/>
              <a:defRPr sz="400"/>
            </a:lvl5pPr>
            <a:lvl6pPr marL="1044931" indent="0">
              <a:buNone/>
              <a:defRPr sz="400"/>
            </a:lvl6pPr>
            <a:lvl7pPr marL="1253917" indent="0">
              <a:buNone/>
              <a:defRPr sz="400"/>
            </a:lvl7pPr>
            <a:lvl8pPr marL="1462903" indent="0">
              <a:buNone/>
              <a:defRPr sz="400"/>
            </a:lvl8pPr>
            <a:lvl9pPr marL="1671889" indent="0">
              <a:buNone/>
              <a:defRPr sz="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15" y="2560320"/>
            <a:ext cx="2194560" cy="302260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6915" y="326813"/>
            <a:ext cx="2194560" cy="2194560"/>
          </a:xfrm>
        </p:spPr>
        <p:txBody>
          <a:bodyPr/>
          <a:lstStyle>
            <a:lvl1pPr marL="0" indent="0">
              <a:buNone/>
              <a:defRPr sz="1500"/>
            </a:lvl1pPr>
            <a:lvl2pPr marL="208986" indent="0">
              <a:buNone/>
              <a:defRPr sz="1300"/>
            </a:lvl2pPr>
            <a:lvl3pPr marL="417972" indent="0">
              <a:buNone/>
              <a:defRPr sz="1100"/>
            </a:lvl3pPr>
            <a:lvl4pPr marL="626958" indent="0">
              <a:buNone/>
              <a:defRPr sz="900"/>
            </a:lvl4pPr>
            <a:lvl5pPr marL="835944" indent="0">
              <a:buNone/>
              <a:defRPr sz="900"/>
            </a:lvl5pPr>
            <a:lvl6pPr marL="1044931" indent="0">
              <a:buNone/>
              <a:defRPr sz="900"/>
            </a:lvl6pPr>
            <a:lvl7pPr marL="1253917" indent="0">
              <a:buNone/>
              <a:defRPr sz="900"/>
            </a:lvl7pPr>
            <a:lvl8pPr marL="1462903" indent="0">
              <a:buNone/>
              <a:defRPr sz="900"/>
            </a:lvl8pPr>
            <a:lvl9pPr marL="1671889" indent="0">
              <a:buNone/>
              <a:defRPr sz="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915" y="2862580"/>
            <a:ext cx="2194560" cy="429260"/>
          </a:xfrm>
        </p:spPr>
        <p:txBody>
          <a:bodyPr/>
          <a:lstStyle>
            <a:lvl1pPr marL="0" indent="0">
              <a:buNone/>
              <a:defRPr sz="600"/>
            </a:lvl1pPr>
            <a:lvl2pPr marL="208986" indent="0">
              <a:buNone/>
              <a:defRPr sz="500"/>
            </a:lvl2pPr>
            <a:lvl3pPr marL="417972" indent="0">
              <a:buNone/>
              <a:defRPr sz="500"/>
            </a:lvl3pPr>
            <a:lvl4pPr marL="626958" indent="0">
              <a:buNone/>
              <a:defRPr sz="400"/>
            </a:lvl4pPr>
            <a:lvl5pPr marL="835944" indent="0">
              <a:buNone/>
              <a:defRPr sz="400"/>
            </a:lvl5pPr>
            <a:lvl6pPr marL="1044931" indent="0">
              <a:buNone/>
              <a:defRPr sz="400"/>
            </a:lvl6pPr>
            <a:lvl7pPr marL="1253917" indent="0">
              <a:buNone/>
              <a:defRPr sz="400"/>
            </a:lvl7pPr>
            <a:lvl8pPr marL="1462903" indent="0">
              <a:buNone/>
              <a:defRPr sz="400"/>
            </a:lvl8pPr>
            <a:lvl9pPr marL="1671889" indent="0">
              <a:buNone/>
              <a:defRPr sz="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51760" y="146474"/>
            <a:ext cx="822960" cy="31208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880" y="146474"/>
            <a:ext cx="2407920" cy="31208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" y="146474"/>
            <a:ext cx="3291840" cy="609600"/>
          </a:xfrm>
          <a:prstGeom prst="rect">
            <a:avLst/>
          </a:prstGeom>
        </p:spPr>
        <p:txBody>
          <a:bodyPr vert="horz" lIns="41797" tIns="20899" rIns="41797" bIns="2089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" y="853440"/>
            <a:ext cx="3291840" cy="2413847"/>
          </a:xfrm>
          <a:prstGeom prst="rect">
            <a:avLst/>
          </a:prstGeom>
        </p:spPr>
        <p:txBody>
          <a:bodyPr vert="horz" lIns="41797" tIns="20899" rIns="41797" bIns="2089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2880" y="3390054"/>
            <a:ext cx="853440" cy="194733"/>
          </a:xfrm>
          <a:prstGeom prst="rect">
            <a:avLst/>
          </a:prstGeom>
        </p:spPr>
        <p:txBody>
          <a:bodyPr vert="horz" lIns="41797" tIns="20899" rIns="41797" bIns="20899" rtlCol="0" anchor="ctr"/>
          <a:lstStyle>
            <a:lvl1pPr algn="l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4F870-186A-EB4F-9838-041FBD4EA0A4}" type="datetimeFigureOut">
              <a:rPr lang="en-US" smtClean="0"/>
              <a:pPr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9680" y="3390054"/>
            <a:ext cx="1158240" cy="194733"/>
          </a:xfrm>
          <a:prstGeom prst="rect">
            <a:avLst/>
          </a:prstGeom>
        </p:spPr>
        <p:txBody>
          <a:bodyPr vert="horz" lIns="41797" tIns="20899" rIns="41797" bIns="20899" rtlCol="0" anchor="ctr"/>
          <a:lstStyle>
            <a:lvl1pPr algn="ct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21280" y="3390054"/>
            <a:ext cx="853440" cy="194733"/>
          </a:xfrm>
          <a:prstGeom prst="rect">
            <a:avLst/>
          </a:prstGeom>
        </p:spPr>
        <p:txBody>
          <a:bodyPr vert="horz" lIns="41797" tIns="20899" rIns="41797" bIns="20899" rtlCol="0" anchor="ctr"/>
          <a:lstStyle>
            <a:lvl1pPr algn="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8986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740" indent="-156740" algn="l" defTabSz="208986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39602" indent="-130616" algn="l" defTabSz="208986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22465" indent="-104493" algn="l" defTabSz="208986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31451" indent="-104493" algn="l" defTabSz="208986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40438" indent="-104493" algn="l" defTabSz="208986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9424" indent="-104493" algn="l" defTabSz="208986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58410" indent="-104493" algn="l" defTabSz="208986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67396" indent="-104493" algn="l" defTabSz="208986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776382" indent="-104493" algn="l" defTabSz="208986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08986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17972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26958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35944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44931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53917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62903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71889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10514" y="318887"/>
            <a:ext cx="808447" cy="706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/>
          <a:lstStyle/>
          <a:p>
            <a:pPr algn="ctr"/>
            <a:r>
              <a:rPr lang="en-US" sz="1200" dirty="0"/>
              <a:t>User defined regions</a:t>
            </a:r>
            <a:endParaRPr lang="en-US" sz="1200" dirty="0"/>
          </a:p>
        </p:txBody>
      </p:sp>
      <p:sp>
        <p:nvSpPr>
          <p:cNvPr id="5" name="Rounded Rectangle 4"/>
          <p:cNvSpPr/>
          <p:nvPr/>
        </p:nvSpPr>
        <p:spPr>
          <a:xfrm>
            <a:off x="167218" y="1342037"/>
            <a:ext cx="863998" cy="706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/>
          <a:lstStyle/>
          <a:p>
            <a:pPr algn="ctr"/>
            <a:r>
              <a:rPr lang="en-US" sz="1200" dirty="0"/>
              <a:t>Gene</a:t>
            </a:r>
          </a:p>
          <a:p>
            <a:pPr algn="ctr"/>
            <a:r>
              <a:rPr lang="en-US" sz="1200" dirty="0"/>
              <a:t>boundaries</a:t>
            </a:r>
          </a:p>
          <a:p>
            <a:pPr algn="ctr"/>
            <a:r>
              <a:rPr lang="en-US" sz="1200" dirty="0"/>
              <a:t>(</a:t>
            </a:r>
            <a:r>
              <a:rPr lang="en-US" sz="1200" dirty="0" err="1"/>
              <a:t>bp</a:t>
            </a:r>
            <a:r>
              <a:rPr lang="en-US" sz="1200" dirty="0"/>
              <a:t>)</a:t>
            </a:r>
            <a:endParaRPr lang="en-US" sz="1200" dirty="0"/>
          </a:p>
        </p:txBody>
      </p:sp>
      <p:sp>
        <p:nvSpPr>
          <p:cNvPr id="6" name="Rounded Rectangle 5"/>
          <p:cNvSpPr/>
          <p:nvPr/>
        </p:nvSpPr>
        <p:spPr>
          <a:xfrm>
            <a:off x="1327202" y="332900"/>
            <a:ext cx="835207" cy="706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/>
          <a:lstStyle/>
          <a:p>
            <a:pPr algn="ctr"/>
            <a:r>
              <a:rPr lang="en-US" sz="1200" dirty="0"/>
              <a:t>Loop over selected regions</a:t>
            </a:r>
            <a:endParaRPr lang="en-US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2466734" y="318887"/>
            <a:ext cx="984176" cy="706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pPr algn="ctr"/>
            <a:r>
              <a:rPr lang="en-US" sz="1200" dirty="0"/>
              <a:t>Decompress genotypes</a:t>
            </a:r>
            <a:endParaRPr lang="en-US" sz="1200" dirty="0"/>
          </a:p>
        </p:txBody>
      </p:sp>
      <p:sp>
        <p:nvSpPr>
          <p:cNvPr id="8" name="Rounded Rectangle 7"/>
          <p:cNvSpPr/>
          <p:nvPr/>
        </p:nvSpPr>
        <p:spPr>
          <a:xfrm>
            <a:off x="1327202" y="1342037"/>
            <a:ext cx="835207" cy="706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pPr algn="ctr"/>
            <a:r>
              <a:rPr lang="en-US" sz="1200" dirty="0"/>
              <a:t>Loop over genes</a:t>
            </a:r>
            <a:endParaRPr lang="en-US" sz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2567942" y="2534282"/>
            <a:ext cx="778574" cy="706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t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Result </a:t>
            </a:r>
            <a:r>
              <a:rPr lang="en-US" sz="1200" dirty="0" err="1"/>
              <a:t>i</a:t>
            </a:r>
            <a:endParaRPr lang="en-US" sz="1200" dirty="0"/>
          </a:p>
        </p:txBody>
      </p:sp>
      <p:sp>
        <p:nvSpPr>
          <p:cNvPr id="17" name="Right Arrow 16"/>
          <p:cNvSpPr>
            <a:spLocks noChangeAspect="1"/>
          </p:cNvSpPr>
          <p:nvPr/>
        </p:nvSpPr>
        <p:spPr>
          <a:xfrm>
            <a:off x="1067146" y="501824"/>
            <a:ext cx="219504" cy="292671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ight Arrow 18"/>
          <p:cNvSpPr>
            <a:spLocks noChangeAspect="1"/>
          </p:cNvSpPr>
          <p:nvPr/>
        </p:nvSpPr>
        <p:spPr>
          <a:xfrm>
            <a:off x="2208477" y="513360"/>
            <a:ext cx="219504" cy="292671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ight Arrow 19"/>
          <p:cNvSpPr>
            <a:spLocks noChangeAspect="1"/>
          </p:cNvSpPr>
          <p:nvPr/>
        </p:nvSpPr>
        <p:spPr>
          <a:xfrm>
            <a:off x="1069612" y="1514424"/>
            <a:ext cx="219504" cy="292671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ight Arrow 20"/>
          <p:cNvSpPr>
            <a:spLocks noChangeAspect="1"/>
          </p:cNvSpPr>
          <p:nvPr/>
        </p:nvSpPr>
        <p:spPr>
          <a:xfrm rot="5400000">
            <a:off x="2831483" y="1074638"/>
            <a:ext cx="196352" cy="219504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ight Arrow 21"/>
          <p:cNvSpPr>
            <a:spLocks noChangeAspect="1"/>
          </p:cNvSpPr>
          <p:nvPr/>
        </p:nvSpPr>
        <p:spPr>
          <a:xfrm rot="5400000">
            <a:off x="2795857" y="2193309"/>
            <a:ext cx="292671" cy="219504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ight Arrow 23"/>
          <p:cNvSpPr>
            <a:spLocks noChangeAspect="1"/>
          </p:cNvSpPr>
          <p:nvPr/>
        </p:nvSpPr>
        <p:spPr>
          <a:xfrm rot="18900000">
            <a:off x="2206904" y="1029114"/>
            <a:ext cx="219504" cy="292671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Magnetic Disk 25"/>
          <p:cNvSpPr/>
          <p:nvPr/>
        </p:nvSpPr>
        <p:spPr>
          <a:xfrm>
            <a:off x="227681" y="2548295"/>
            <a:ext cx="808447" cy="706200"/>
          </a:xfrm>
          <a:prstGeom prst="flowChartMagneticDisk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pPr algn="ctr"/>
            <a:r>
              <a:rPr lang="en-US" sz="1200" dirty="0"/>
              <a:t>Reference</a:t>
            </a:r>
          </a:p>
          <a:p>
            <a:pPr algn="ctr"/>
            <a:r>
              <a:rPr lang="en-US" sz="1200" dirty="0"/>
              <a:t>Database</a:t>
            </a:r>
            <a:endParaRPr lang="en-US" sz="1200" dirty="0"/>
          </a:p>
        </p:txBody>
      </p:sp>
      <p:sp>
        <p:nvSpPr>
          <p:cNvPr id="28" name="Right Arrow 27"/>
          <p:cNvSpPr>
            <a:spLocks noChangeAspect="1"/>
          </p:cNvSpPr>
          <p:nvPr/>
        </p:nvSpPr>
        <p:spPr>
          <a:xfrm rot="16200000">
            <a:off x="470525" y="2169719"/>
            <a:ext cx="292671" cy="219504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ounded Rectangle 24"/>
          <p:cNvSpPr/>
          <p:nvPr/>
        </p:nvSpPr>
        <p:spPr>
          <a:xfrm>
            <a:off x="2526046" y="1356531"/>
            <a:ext cx="835207" cy="706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pPr algn="ctr"/>
            <a:r>
              <a:rPr lang="en-US" sz="1200" dirty="0" smtClean="0"/>
              <a:t>Run R function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24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of Pittsburgh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Robert V. Baron</dc:creator>
  <cp:lastModifiedBy>Daniel Weeks</cp:lastModifiedBy>
  <cp:revision>4</cp:revision>
  <cp:lastPrinted>2019-01-16T19:18:44Z</cp:lastPrinted>
  <dcterms:created xsi:type="dcterms:W3CDTF">2018-12-11T19:55:28Z</dcterms:created>
  <dcterms:modified xsi:type="dcterms:W3CDTF">2019-01-16T19:19:19Z</dcterms:modified>
</cp:coreProperties>
</file>